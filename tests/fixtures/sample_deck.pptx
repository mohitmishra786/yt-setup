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 to the demo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are the details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Thanks for watching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Welcome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for Welcome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for Details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for Conclusion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